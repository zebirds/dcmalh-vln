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zh-TW"/>
    </a:defPPr>
    <a:lvl1pPr marL="0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1pPr>
    <a:lvl2pPr marL="1475748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2pPr>
    <a:lvl3pPr marL="2951495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3pPr>
    <a:lvl4pPr marL="4427243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4pPr>
    <a:lvl5pPr marL="5902990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5pPr>
    <a:lvl6pPr marL="7378737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6pPr>
    <a:lvl7pPr marL="8854485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7pPr>
    <a:lvl8pPr marL="10330233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8pPr>
    <a:lvl9pPr marL="11805980" algn="l" defTabSz="2951495" rtl="0" eaLnBrk="1" latinLnBrk="0" hangingPunct="1">
      <a:defRPr sz="58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980" y="48"/>
      </p:cViewPr>
      <p:guideLst>
        <p:guide orient="horz" pos="9536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9404941"/>
            <a:ext cx="18176082" cy="6489548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7544" y="17155955"/>
            <a:ext cx="14968538" cy="773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76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752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129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505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882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2587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635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011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494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23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59" y="19454630"/>
            <a:ext cx="18176082" cy="6012994"/>
          </a:xfrm>
        </p:spPr>
        <p:txBody>
          <a:bodyPr anchor="t"/>
          <a:lstStyle>
            <a:lvl1pPr algn="l">
              <a:defRPr sz="1206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59" y="12831930"/>
            <a:ext cx="18176082" cy="6622700"/>
          </a:xfrm>
        </p:spPr>
        <p:txBody>
          <a:bodyPr anchor="b"/>
          <a:lstStyle>
            <a:lvl1pPr marL="0" indent="0">
              <a:buNone/>
              <a:defRPr sz="6030">
                <a:solidFill>
                  <a:schemeClr val="tx1">
                    <a:tint val="75000"/>
                  </a:schemeClr>
                </a:solidFill>
              </a:defRPr>
            </a:lvl1pPr>
            <a:lvl2pPr marL="1376458" indent="0">
              <a:buNone/>
              <a:defRPr sz="5439">
                <a:solidFill>
                  <a:schemeClr val="tx1">
                    <a:tint val="75000"/>
                  </a:schemeClr>
                </a:solidFill>
              </a:defRPr>
            </a:lvl2pPr>
            <a:lvl3pPr marL="2752917" indent="0">
              <a:buNone/>
              <a:defRPr sz="4789">
                <a:solidFill>
                  <a:schemeClr val="tx1">
                    <a:tint val="75000"/>
                  </a:schemeClr>
                </a:solidFill>
              </a:defRPr>
            </a:lvl3pPr>
            <a:lvl4pPr marL="4129376" indent="0">
              <a:buNone/>
              <a:defRPr sz="4198">
                <a:solidFill>
                  <a:schemeClr val="tx1">
                    <a:tint val="75000"/>
                  </a:schemeClr>
                </a:solidFill>
              </a:defRPr>
            </a:lvl4pPr>
            <a:lvl5pPr marL="5505834" indent="0">
              <a:buNone/>
              <a:defRPr sz="4198">
                <a:solidFill>
                  <a:schemeClr val="tx1">
                    <a:tint val="75000"/>
                  </a:schemeClr>
                </a:solidFill>
              </a:defRPr>
            </a:lvl5pPr>
            <a:lvl6pPr marL="6882293" indent="0">
              <a:buNone/>
              <a:defRPr sz="4198">
                <a:solidFill>
                  <a:schemeClr val="tx1">
                    <a:tint val="75000"/>
                  </a:schemeClr>
                </a:solidFill>
              </a:defRPr>
            </a:lvl6pPr>
            <a:lvl7pPr marL="8258752" indent="0">
              <a:buNone/>
              <a:defRPr sz="4198">
                <a:solidFill>
                  <a:schemeClr val="tx1">
                    <a:tint val="75000"/>
                  </a:schemeClr>
                </a:solidFill>
              </a:defRPr>
            </a:lvl7pPr>
            <a:lvl8pPr marL="9635210" indent="0">
              <a:buNone/>
              <a:defRPr sz="4198">
                <a:solidFill>
                  <a:schemeClr val="tx1">
                    <a:tint val="75000"/>
                  </a:schemeClr>
                </a:solidFill>
              </a:defRPr>
            </a:lvl8pPr>
            <a:lvl9pPr marL="11011669" indent="0">
              <a:buNone/>
              <a:defRPr sz="41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97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181" y="7064220"/>
            <a:ext cx="9444434" cy="19980241"/>
          </a:xfrm>
        </p:spPr>
        <p:txBody>
          <a:bodyPr/>
          <a:lstStyle>
            <a:lvl1pPr>
              <a:defRPr sz="8454"/>
            </a:lvl1pPr>
            <a:lvl2pPr>
              <a:defRPr sz="7213"/>
            </a:lvl2pPr>
            <a:lvl3pPr>
              <a:defRPr sz="6030"/>
            </a:lvl3pPr>
            <a:lvl4pPr>
              <a:defRPr sz="5439"/>
            </a:lvl4pPr>
            <a:lvl5pPr>
              <a:defRPr sz="5439"/>
            </a:lvl5pPr>
            <a:lvl6pPr>
              <a:defRPr sz="5439"/>
            </a:lvl6pPr>
            <a:lvl7pPr>
              <a:defRPr sz="5439"/>
            </a:lvl7pPr>
            <a:lvl8pPr>
              <a:defRPr sz="5439"/>
            </a:lvl8pPr>
            <a:lvl9pPr>
              <a:defRPr sz="5439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70011" y="7064220"/>
            <a:ext cx="9444434" cy="19980241"/>
          </a:xfrm>
        </p:spPr>
        <p:txBody>
          <a:bodyPr/>
          <a:lstStyle>
            <a:lvl1pPr>
              <a:defRPr sz="8454"/>
            </a:lvl1pPr>
            <a:lvl2pPr>
              <a:defRPr sz="7213"/>
            </a:lvl2pPr>
            <a:lvl3pPr>
              <a:defRPr sz="6030"/>
            </a:lvl3pPr>
            <a:lvl4pPr>
              <a:defRPr sz="5439"/>
            </a:lvl4pPr>
            <a:lvl5pPr>
              <a:defRPr sz="5439"/>
            </a:lvl5pPr>
            <a:lvl6pPr>
              <a:defRPr sz="5439"/>
            </a:lvl6pPr>
            <a:lvl7pPr>
              <a:defRPr sz="5439"/>
            </a:lvl7pPr>
            <a:lvl8pPr>
              <a:defRPr sz="5439"/>
            </a:lvl8pPr>
            <a:lvl9pPr>
              <a:defRPr sz="5439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4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183" y="6776884"/>
            <a:ext cx="9448148" cy="2824283"/>
          </a:xfrm>
        </p:spPr>
        <p:txBody>
          <a:bodyPr anchor="b"/>
          <a:lstStyle>
            <a:lvl1pPr marL="0" indent="0">
              <a:buNone/>
              <a:defRPr sz="7213" b="1"/>
            </a:lvl1pPr>
            <a:lvl2pPr marL="1376458" indent="0">
              <a:buNone/>
              <a:defRPr sz="6030" b="1"/>
            </a:lvl2pPr>
            <a:lvl3pPr marL="2752917" indent="0">
              <a:buNone/>
              <a:defRPr sz="5439" b="1"/>
            </a:lvl3pPr>
            <a:lvl4pPr marL="4129376" indent="0">
              <a:buNone/>
              <a:defRPr sz="4789" b="1"/>
            </a:lvl4pPr>
            <a:lvl5pPr marL="5505834" indent="0">
              <a:buNone/>
              <a:defRPr sz="4789" b="1"/>
            </a:lvl5pPr>
            <a:lvl6pPr marL="6882293" indent="0">
              <a:buNone/>
              <a:defRPr sz="4789" b="1"/>
            </a:lvl6pPr>
            <a:lvl7pPr marL="8258752" indent="0">
              <a:buNone/>
              <a:defRPr sz="4789" b="1"/>
            </a:lvl7pPr>
            <a:lvl8pPr marL="9635210" indent="0">
              <a:buNone/>
              <a:defRPr sz="4789" b="1"/>
            </a:lvl8pPr>
            <a:lvl9pPr marL="11011669" indent="0">
              <a:buNone/>
              <a:defRPr sz="4789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183" y="9601167"/>
            <a:ext cx="9448148" cy="17443290"/>
          </a:xfrm>
        </p:spPr>
        <p:txBody>
          <a:bodyPr/>
          <a:lstStyle>
            <a:lvl1pPr>
              <a:defRPr sz="7213"/>
            </a:lvl1pPr>
            <a:lvl2pPr>
              <a:defRPr sz="6030"/>
            </a:lvl2pPr>
            <a:lvl3pPr>
              <a:defRPr sz="5439"/>
            </a:lvl3pPr>
            <a:lvl4pPr>
              <a:defRPr sz="4789"/>
            </a:lvl4pPr>
            <a:lvl5pPr>
              <a:defRPr sz="4789"/>
            </a:lvl5pPr>
            <a:lvl6pPr>
              <a:defRPr sz="4789"/>
            </a:lvl6pPr>
            <a:lvl7pPr>
              <a:defRPr sz="4789"/>
            </a:lvl7pPr>
            <a:lvl8pPr>
              <a:defRPr sz="4789"/>
            </a:lvl8pPr>
            <a:lvl9pPr>
              <a:defRPr sz="4789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2587" y="6776884"/>
            <a:ext cx="9451859" cy="2824283"/>
          </a:xfrm>
        </p:spPr>
        <p:txBody>
          <a:bodyPr anchor="b"/>
          <a:lstStyle>
            <a:lvl1pPr marL="0" indent="0">
              <a:buNone/>
              <a:defRPr sz="7213" b="1"/>
            </a:lvl1pPr>
            <a:lvl2pPr marL="1376458" indent="0">
              <a:buNone/>
              <a:defRPr sz="6030" b="1"/>
            </a:lvl2pPr>
            <a:lvl3pPr marL="2752917" indent="0">
              <a:buNone/>
              <a:defRPr sz="5439" b="1"/>
            </a:lvl3pPr>
            <a:lvl4pPr marL="4129376" indent="0">
              <a:buNone/>
              <a:defRPr sz="4789" b="1"/>
            </a:lvl4pPr>
            <a:lvl5pPr marL="5505834" indent="0">
              <a:buNone/>
              <a:defRPr sz="4789" b="1"/>
            </a:lvl5pPr>
            <a:lvl6pPr marL="6882293" indent="0">
              <a:buNone/>
              <a:defRPr sz="4789" b="1"/>
            </a:lvl6pPr>
            <a:lvl7pPr marL="8258752" indent="0">
              <a:buNone/>
              <a:defRPr sz="4789" b="1"/>
            </a:lvl7pPr>
            <a:lvl8pPr marL="9635210" indent="0">
              <a:buNone/>
              <a:defRPr sz="4789" b="1"/>
            </a:lvl8pPr>
            <a:lvl9pPr marL="11011669" indent="0">
              <a:buNone/>
              <a:defRPr sz="4789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2587" y="9601167"/>
            <a:ext cx="9451859" cy="17443290"/>
          </a:xfrm>
        </p:spPr>
        <p:txBody>
          <a:bodyPr/>
          <a:lstStyle>
            <a:lvl1pPr>
              <a:defRPr sz="7213"/>
            </a:lvl1pPr>
            <a:lvl2pPr>
              <a:defRPr sz="6030"/>
            </a:lvl2pPr>
            <a:lvl3pPr>
              <a:defRPr sz="5439"/>
            </a:lvl3pPr>
            <a:lvl4pPr>
              <a:defRPr sz="4789"/>
            </a:lvl4pPr>
            <a:lvl5pPr>
              <a:defRPr sz="4789"/>
            </a:lvl5pPr>
            <a:lvl6pPr>
              <a:defRPr sz="4789"/>
            </a:lvl6pPr>
            <a:lvl7pPr>
              <a:defRPr sz="4789"/>
            </a:lvl7pPr>
            <a:lvl8pPr>
              <a:defRPr sz="4789"/>
            </a:lvl8pPr>
            <a:lvl9pPr>
              <a:defRPr sz="4789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89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0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36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182" y="1205403"/>
            <a:ext cx="7035066" cy="5129967"/>
          </a:xfrm>
        </p:spPr>
        <p:txBody>
          <a:bodyPr anchor="b"/>
          <a:lstStyle>
            <a:lvl1pPr algn="l">
              <a:defRPr sz="603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0403" y="1205404"/>
            <a:ext cx="11954040" cy="25839056"/>
          </a:xfrm>
        </p:spPr>
        <p:txBody>
          <a:bodyPr/>
          <a:lstStyle>
            <a:lvl1pPr>
              <a:defRPr sz="9637"/>
            </a:lvl1pPr>
            <a:lvl2pPr>
              <a:defRPr sz="8454"/>
            </a:lvl2pPr>
            <a:lvl3pPr>
              <a:defRPr sz="7213"/>
            </a:lvl3pPr>
            <a:lvl4pPr>
              <a:defRPr sz="6030"/>
            </a:lvl4pPr>
            <a:lvl5pPr>
              <a:defRPr sz="6030"/>
            </a:lvl5pPr>
            <a:lvl6pPr>
              <a:defRPr sz="6030"/>
            </a:lvl6pPr>
            <a:lvl7pPr>
              <a:defRPr sz="6030"/>
            </a:lvl7pPr>
            <a:lvl8pPr>
              <a:defRPr sz="6030"/>
            </a:lvl8pPr>
            <a:lvl9pPr>
              <a:defRPr sz="603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182" y="6335371"/>
            <a:ext cx="7035066" cy="20709089"/>
          </a:xfrm>
        </p:spPr>
        <p:txBody>
          <a:bodyPr/>
          <a:lstStyle>
            <a:lvl1pPr marL="0" indent="0">
              <a:buNone/>
              <a:defRPr sz="4198"/>
            </a:lvl1pPr>
            <a:lvl2pPr marL="1376458" indent="0">
              <a:buNone/>
              <a:defRPr sz="3606"/>
            </a:lvl2pPr>
            <a:lvl3pPr marL="2752917" indent="0">
              <a:buNone/>
              <a:defRPr sz="3015"/>
            </a:lvl3pPr>
            <a:lvl4pPr marL="4129376" indent="0">
              <a:buNone/>
              <a:defRPr sz="2720"/>
            </a:lvl4pPr>
            <a:lvl5pPr marL="5505834" indent="0">
              <a:buNone/>
              <a:defRPr sz="2720"/>
            </a:lvl5pPr>
            <a:lvl6pPr marL="6882293" indent="0">
              <a:buNone/>
              <a:defRPr sz="2720"/>
            </a:lvl6pPr>
            <a:lvl7pPr marL="8258752" indent="0">
              <a:buNone/>
              <a:defRPr sz="2720"/>
            </a:lvl7pPr>
            <a:lvl8pPr marL="9635210" indent="0">
              <a:buNone/>
              <a:defRPr sz="2720"/>
            </a:lvl8pPr>
            <a:lvl9pPr marL="11011669" indent="0">
              <a:buNone/>
              <a:defRPr sz="272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34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341" y="21192649"/>
            <a:ext cx="12830175" cy="2501912"/>
          </a:xfrm>
        </p:spPr>
        <p:txBody>
          <a:bodyPr anchor="b"/>
          <a:lstStyle>
            <a:lvl1pPr algn="l">
              <a:defRPr sz="603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341" y="2705146"/>
            <a:ext cx="12830175" cy="18165128"/>
          </a:xfrm>
        </p:spPr>
        <p:txBody>
          <a:bodyPr/>
          <a:lstStyle>
            <a:lvl1pPr marL="0" indent="0">
              <a:buNone/>
              <a:defRPr sz="9637"/>
            </a:lvl1pPr>
            <a:lvl2pPr marL="1376458" indent="0">
              <a:buNone/>
              <a:defRPr sz="8454"/>
            </a:lvl2pPr>
            <a:lvl3pPr marL="2752917" indent="0">
              <a:buNone/>
              <a:defRPr sz="7213"/>
            </a:lvl3pPr>
            <a:lvl4pPr marL="4129376" indent="0">
              <a:buNone/>
              <a:defRPr sz="6030"/>
            </a:lvl4pPr>
            <a:lvl5pPr marL="5505834" indent="0">
              <a:buNone/>
              <a:defRPr sz="6030"/>
            </a:lvl5pPr>
            <a:lvl6pPr marL="6882293" indent="0">
              <a:buNone/>
              <a:defRPr sz="6030"/>
            </a:lvl6pPr>
            <a:lvl7pPr marL="8258752" indent="0">
              <a:buNone/>
              <a:defRPr sz="6030"/>
            </a:lvl7pPr>
            <a:lvl8pPr marL="9635210" indent="0">
              <a:buNone/>
              <a:defRPr sz="6030"/>
            </a:lvl8pPr>
            <a:lvl9pPr marL="11011669" indent="0">
              <a:buNone/>
              <a:defRPr sz="603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341" y="23694562"/>
            <a:ext cx="12830175" cy="3553130"/>
          </a:xfrm>
        </p:spPr>
        <p:txBody>
          <a:bodyPr/>
          <a:lstStyle>
            <a:lvl1pPr marL="0" indent="0">
              <a:buNone/>
              <a:defRPr sz="4198"/>
            </a:lvl1pPr>
            <a:lvl2pPr marL="1376458" indent="0">
              <a:buNone/>
              <a:defRPr sz="3606"/>
            </a:lvl2pPr>
            <a:lvl3pPr marL="2752917" indent="0">
              <a:buNone/>
              <a:defRPr sz="3015"/>
            </a:lvl3pPr>
            <a:lvl4pPr marL="4129376" indent="0">
              <a:buNone/>
              <a:defRPr sz="2720"/>
            </a:lvl4pPr>
            <a:lvl5pPr marL="5505834" indent="0">
              <a:buNone/>
              <a:defRPr sz="2720"/>
            </a:lvl5pPr>
            <a:lvl6pPr marL="6882293" indent="0">
              <a:buNone/>
              <a:defRPr sz="2720"/>
            </a:lvl6pPr>
            <a:lvl7pPr marL="8258752" indent="0">
              <a:buNone/>
              <a:defRPr sz="2720"/>
            </a:lvl7pPr>
            <a:lvl8pPr marL="9635210" indent="0">
              <a:buNone/>
              <a:defRPr sz="2720"/>
            </a:lvl8pPr>
            <a:lvl9pPr marL="11011669" indent="0">
              <a:buNone/>
              <a:defRPr sz="272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80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1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03129" y="1212416"/>
            <a:ext cx="4811316" cy="2583204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183" y="1212416"/>
            <a:ext cx="14077553" cy="2583204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14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182" y="1212413"/>
            <a:ext cx="19245263" cy="5045869"/>
          </a:xfrm>
          <a:prstGeom prst="rect">
            <a:avLst/>
          </a:prstGeom>
        </p:spPr>
        <p:txBody>
          <a:bodyPr vert="horz" lIns="465649" tIns="232825" rIns="465649" bIns="232825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182" y="7064220"/>
            <a:ext cx="19245263" cy="19980241"/>
          </a:xfrm>
          <a:prstGeom prst="rect">
            <a:avLst/>
          </a:prstGeom>
        </p:spPr>
        <p:txBody>
          <a:bodyPr vert="horz" lIns="465649" tIns="232825" rIns="465649" bIns="232825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182" y="28060640"/>
            <a:ext cx="4989512" cy="1611875"/>
          </a:xfrm>
          <a:prstGeom prst="rect">
            <a:avLst/>
          </a:prstGeom>
        </p:spPr>
        <p:txBody>
          <a:bodyPr vert="horz" lIns="465649" tIns="232825" rIns="465649" bIns="232825" rtlCol="0" anchor="ctr"/>
          <a:lstStyle>
            <a:lvl1pPr algn="l">
              <a:defRPr sz="3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8390C-F409-4C83-9D1E-F386137290D2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06073" y="28060640"/>
            <a:ext cx="6771481" cy="1611875"/>
          </a:xfrm>
          <a:prstGeom prst="rect">
            <a:avLst/>
          </a:prstGeom>
        </p:spPr>
        <p:txBody>
          <a:bodyPr vert="horz" lIns="465649" tIns="232825" rIns="465649" bIns="232825" rtlCol="0" anchor="ctr"/>
          <a:lstStyle>
            <a:lvl1pPr algn="ctr">
              <a:defRPr sz="3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24931" y="28060640"/>
            <a:ext cx="4989512" cy="1611875"/>
          </a:xfrm>
          <a:prstGeom prst="rect">
            <a:avLst/>
          </a:prstGeom>
        </p:spPr>
        <p:txBody>
          <a:bodyPr vert="horz" lIns="465649" tIns="232825" rIns="465649" bIns="232825" rtlCol="0" anchor="ctr"/>
          <a:lstStyle>
            <a:lvl1pPr algn="r">
              <a:defRPr sz="3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30D82-14E1-48C5-9C81-DCEC3E4913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71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752917" rtl="0" eaLnBrk="1" latinLnBrk="0" hangingPunct="1">
        <a:spcBef>
          <a:spcPct val="0"/>
        </a:spcBef>
        <a:buNone/>
        <a:defRPr sz="132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2344" indent="-1032344" algn="l" defTabSz="2752917" rtl="0" eaLnBrk="1" latinLnBrk="0" hangingPunct="1">
        <a:spcBef>
          <a:spcPct val="20000"/>
        </a:spcBef>
        <a:buFont typeface="Arial" panose="020B0604020202020204" pitchFamily="34" charset="0"/>
        <a:buChar char="•"/>
        <a:defRPr sz="9637" kern="1200">
          <a:solidFill>
            <a:schemeClr val="tx1"/>
          </a:solidFill>
          <a:latin typeface="+mn-lt"/>
          <a:ea typeface="+mn-ea"/>
          <a:cs typeface="+mn-cs"/>
        </a:defRPr>
      </a:lvl1pPr>
      <a:lvl2pPr marL="2236745" indent="-860286" algn="l" defTabSz="2752917" rtl="0" eaLnBrk="1" latinLnBrk="0" hangingPunct="1">
        <a:spcBef>
          <a:spcPct val="20000"/>
        </a:spcBef>
        <a:buFont typeface="Arial" panose="020B0604020202020204" pitchFamily="34" charset="0"/>
        <a:buChar char="–"/>
        <a:defRPr sz="8454" kern="1200">
          <a:solidFill>
            <a:schemeClr val="tx1"/>
          </a:solidFill>
          <a:latin typeface="+mn-lt"/>
          <a:ea typeface="+mn-ea"/>
          <a:cs typeface="+mn-cs"/>
        </a:defRPr>
      </a:lvl2pPr>
      <a:lvl3pPr marL="3441146" indent="-688230" algn="l" defTabSz="2752917" rtl="0" eaLnBrk="1" latinLnBrk="0" hangingPunct="1">
        <a:spcBef>
          <a:spcPct val="20000"/>
        </a:spcBef>
        <a:buFont typeface="Arial" panose="020B0604020202020204" pitchFamily="34" charset="0"/>
        <a:buChar char="•"/>
        <a:defRPr sz="7213" kern="1200">
          <a:solidFill>
            <a:schemeClr val="tx1"/>
          </a:solidFill>
          <a:latin typeface="+mn-lt"/>
          <a:ea typeface="+mn-ea"/>
          <a:cs typeface="+mn-cs"/>
        </a:defRPr>
      </a:lvl3pPr>
      <a:lvl4pPr marL="4817605" indent="-688230" algn="l" defTabSz="2752917" rtl="0" eaLnBrk="1" latinLnBrk="0" hangingPunct="1">
        <a:spcBef>
          <a:spcPct val="20000"/>
        </a:spcBef>
        <a:buFont typeface="Arial" panose="020B0604020202020204" pitchFamily="34" charset="0"/>
        <a:buChar char="–"/>
        <a:defRPr sz="6030" kern="1200">
          <a:solidFill>
            <a:schemeClr val="tx1"/>
          </a:solidFill>
          <a:latin typeface="+mn-lt"/>
          <a:ea typeface="+mn-ea"/>
          <a:cs typeface="+mn-cs"/>
        </a:defRPr>
      </a:lvl4pPr>
      <a:lvl5pPr marL="6194064" indent="-688230" algn="l" defTabSz="2752917" rtl="0" eaLnBrk="1" latinLnBrk="0" hangingPunct="1">
        <a:spcBef>
          <a:spcPct val="20000"/>
        </a:spcBef>
        <a:buFont typeface="Arial" panose="020B0604020202020204" pitchFamily="34" charset="0"/>
        <a:buChar char="»"/>
        <a:defRPr sz="6030" kern="1200">
          <a:solidFill>
            <a:schemeClr val="tx1"/>
          </a:solidFill>
          <a:latin typeface="+mn-lt"/>
          <a:ea typeface="+mn-ea"/>
          <a:cs typeface="+mn-cs"/>
        </a:defRPr>
      </a:lvl5pPr>
      <a:lvl6pPr marL="7570522" indent="-688230" algn="l" defTabSz="2752917" rtl="0" eaLnBrk="1" latinLnBrk="0" hangingPunct="1">
        <a:spcBef>
          <a:spcPct val="20000"/>
        </a:spcBef>
        <a:buFont typeface="Arial" panose="020B0604020202020204" pitchFamily="34" charset="0"/>
        <a:buChar char="•"/>
        <a:defRPr sz="6030" kern="1200">
          <a:solidFill>
            <a:schemeClr val="tx1"/>
          </a:solidFill>
          <a:latin typeface="+mn-lt"/>
          <a:ea typeface="+mn-ea"/>
          <a:cs typeface="+mn-cs"/>
        </a:defRPr>
      </a:lvl6pPr>
      <a:lvl7pPr marL="8946981" indent="-688230" algn="l" defTabSz="2752917" rtl="0" eaLnBrk="1" latinLnBrk="0" hangingPunct="1">
        <a:spcBef>
          <a:spcPct val="20000"/>
        </a:spcBef>
        <a:buFont typeface="Arial" panose="020B0604020202020204" pitchFamily="34" charset="0"/>
        <a:buChar char="•"/>
        <a:defRPr sz="6030" kern="1200">
          <a:solidFill>
            <a:schemeClr val="tx1"/>
          </a:solidFill>
          <a:latin typeface="+mn-lt"/>
          <a:ea typeface="+mn-ea"/>
          <a:cs typeface="+mn-cs"/>
        </a:defRPr>
      </a:lvl7pPr>
      <a:lvl8pPr marL="10323440" indent="-688230" algn="l" defTabSz="2752917" rtl="0" eaLnBrk="1" latinLnBrk="0" hangingPunct="1">
        <a:spcBef>
          <a:spcPct val="20000"/>
        </a:spcBef>
        <a:buFont typeface="Arial" panose="020B0604020202020204" pitchFamily="34" charset="0"/>
        <a:buChar char="•"/>
        <a:defRPr sz="6030" kern="1200">
          <a:solidFill>
            <a:schemeClr val="tx1"/>
          </a:solidFill>
          <a:latin typeface="+mn-lt"/>
          <a:ea typeface="+mn-ea"/>
          <a:cs typeface="+mn-cs"/>
        </a:defRPr>
      </a:lvl8pPr>
      <a:lvl9pPr marL="11699898" indent="-688230" algn="l" defTabSz="2752917" rtl="0" eaLnBrk="1" latinLnBrk="0" hangingPunct="1">
        <a:spcBef>
          <a:spcPct val="20000"/>
        </a:spcBef>
        <a:buFont typeface="Arial" panose="020B0604020202020204" pitchFamily="34" charset="0"/>
        <a:buChar char="•"/>
        <a:defRPr sz="6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1pPr>
      <a:lvl2pPr marL="1376458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2pPr>
      <a:lvl3pPr marL="2752917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3pPr>
      <a:lvl4pPr marL="4129376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4pPr>
      <a:lvl5pPr marL="5505834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5pPr>
      <a:lvl6pPr marL="6882293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6pPr>
      <a:lvl7pPr marL="8258752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7pPr>
      <a:lvl8pPr marL="9635210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8pPr>
      <a:lvl9pPr marL="11011669" algn="l" defTabSz="2752917" rtl="0" eaLnBrk="1" latinLnBrk="0" hangingPunct="1">
        <a:defRPr sz="54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5382" y="26885013"/>
            <a:ext cx="4599336" cy="638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547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3547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tudent: </a:t>
            </a:r>
            <a:r>
              <a:rPr lang="en-US" altLang="zh-TW" sz="3547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zh-CN" sz="3547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ibo Zheng</a:t>
            </a:r>
            <a:endParaRPr lang="zh-TW" altLang="en-US" sz="3547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5382" y="27870631"/>
            <a:ext cx="6032421" cy="5290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en-US" altLang="zh-TW" sz="28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ssyzz32@nottingham.edu.cn</a:t>
            </a:r>
            <a:endParaRPr lang="zh-TW" altLang="en-US" sz="283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5382" y="28747118"/>
            <a:ext cx="6581417" cy="638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547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Supervisor: Adam Rushworth</a:t>
            </a:r>
            <a:endParaRPr lang="zh-TW" altLang="en-US" sz="3547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21383625" cy="2448272"/>
          </a:xfrm>
          <a:prstGeom prst="rect">
            <a:avLst/>
          </a:prstGeom>
          <a:solidFill>
            <a:srgbClr val="405F7C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517047" y="70385"/>
            <a:ext cx="195141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Dual-Channel Memory Architecture via 3D Semantic Scene Graph for Zero-shot LH-VLN</a:t>
            </a:r>
            <a:endParaRPr lang="en-US" sz="6600" b="1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D75F2FC-559B-0D00-2051-B436E4112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719" y="6496589"/>
            <a:ext cx="14325329" cy="690386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9FF6DC3-5779-4CDE-9099-0078666B5BC6}"/>
              </a:ext>
            </a:extLst>
          </p:cNvPr>
          <p:cNvSpPr txBox="1"/>
          <p:nvPr/>
        </p:nvSpPr>
        <p:spPr>
          <a:xfrm>
            <a:off x="332057" y="2475260"/>
            <a:ext cx="5472608" cy="98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altLang="zh-CN" dirty="0"/>
              <a:t>ackground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DE168D-94BF-0677-DCDA-355F4146C8C8}"/>
              </a:ext>
            </a:extLst>
          </p:cNvPr>
          <p:cNvSpPr txBox="1"/>
          <p:nvPr/>
        </p:nvSpPr>
        <p:spPr>
          <a:xfrm>
            <a:off x="394668" y="3508766"/>
            <a:ext cx="95050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Vision-Language Navigation (VLN) enables autonomous agents to follow natural language instructions in unknown environments. However, scaling VLN to long-horizon tasks introduces major challenges, including semantic-spatial disconnect, memory overload, and error accumulation across sequential sub-tasks. Existing approaches often rely on either unstructured historical logs or rigid 2D maps, which limits their ability to combine cross-task reasoning with dense 3D spatial execution.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10AC2C-5F35-64ED-29E8-B3C2BAC87335}"/>
              </a:ext>
            </a:extLst>
          </p:cNvPr>
          <p:cNvSpPr txBox="1"/>
          <p:nvPr/>
        </p:nvSpPr>
        <p:spPr>
          <a:xfrm>
            <a:off x="10043742" y="2472162"/>
            <a:ext cx="5472608" cy="98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Objectives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5862F5-2C03-C583-D03F-6CB4B00E0E36}"/>
              </a:ext>
            </a:extLst>
          </p:cNvPr>
          <p:cNvSpPr txBox="1"/>
          <p:nvPr/>
        </p:nvSpPr>
        <p:spPr>
          <a:xfrm>
            <a:off x="10068459" y="3511563"/>
            <a:ext cx="110892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aims to design a zero-shot long-horizon navigation framework that integrates dynamic 3D scene graphs with a vectorized experiential memory. The main objectives are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 a hierarchical 3D scene graph for real-time spatial grounding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 an experience memory for cross-task knowledge reuse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 a 4D frontier scoring mechanism for active exploration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Apply a kinematic safety filter to prevent invalid physical execution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346FA7-2E4C-0383-CB00-51FCA87DFA3A}"/>
              </a:ext>
            </a:extLst>
          </p:cNvPr>
          <p:cNvSpPr txBox="1"/>
          <p:nvPr/>
        </p:nvSpPr>
        <p:spPr>
          <a:xfrm>
            <a:off x="347514" y="6613857"/>
            <a:ext cx="4860626" cy="98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00CD87B-E42D-DD58-9E21-6E933B122C67}"/>
              </a:ext>
            </a:extLst>
          </p:cNvPr>
          <p:cNvSpPr txBox="1"/>
          <p:nvPr/>
        </p:nvSpPr>
        <p:spPr>
          <a:xfrm>
            <a:off x="332057" y="15776333"/>
            <a:ext cx="3744416" cy="98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79B237-ECF3-D2AA-3B33-B2748DD81F15}"/>
              </a:ext>
            </a:extLst>
          </p:cNvPr>
          <p:cNvSpPr txBox="1"/>
          <p:nvPr/>
        </p:nvSpPr>
        <p:spPr>
          <a:xfrm>
            <a:off x="328232" y="7603487"/>
            <a:ext cx="61623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proposed framework consists of four interacting modules: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perception and mapping, cognitive memory retrieval, hierarchical planning, and navigation execution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8AA9C9-2350-3B8D-B674-FBA5472FA3F8}"/>
              </a:ext>
            </a:extLst>
          </p:cNvPr>
          <p:cNvSpPr txBox="1"/>
          <p:nvPr/>
        </p:nvSpPr>
        <p:spPr>
          <a:xfrm>
            <a:off x="347514" y="9104907"/>
            <a:ext cx="60115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First,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3D Semantic Scene Graph (3DSG)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constructed online from RGB-D observations to represent the environment at building, room, region, and object levels [2]. This module acts as the spatial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“Hippocampus”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preserving real-time semantic and geometric structure for long-horizon reasoning.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54D1DC-DB12-08D5-BAB5-2C3B7E2EF1D4}"/>
              </a:ext>
            </a:extLst>
          </p:cNvPr>
          <p:cNvSpPr txBox="1"/>
          <p:nvPr/>
        </p:nvSpPr>
        <p:spPr>
          <a:xfrm>
            <a:off x="347514" y="11456301"/>
            <a:ext cx="6027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Second, an independent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Vectorized Experience Memory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stores successful trajectories, failure cases, and task heuristics as compact embeddings. This module functions as the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“Cerebral Cortex”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enabling cross-task retrieval and memory pruning without excessive storage growth.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706050-4474-A202-3C43-C087ED25BD73}"/>
              </a:ext>
            </a:extLst>
          </p:cNvPr>
          <p:cNvSpPr txBox="1"/>
          <p:nvPr/>
        </p:nvSpPr>
        <p:spPr>
          <a:xfrm>
            <a:off x="13051561" y="13853905"/>
            <a:ext cx="78076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Finally, during navigation execution,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4D Frontier Semantic Scoring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mechanism ranks candidate frontiers using information gain, unexplored ratio, semantic relevance, and distance cost.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Kinematic Safety Filter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further adjusts target coordinates to ensure that all generated navigation goals remain physically reachable and collision-free.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6481055-B91A-C9D5-4973-7D20F1D28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68" y="17043884"/>
            <a:ext cx="8239723" cy="303702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1DD0B78-8F86-6E25-C310-AC810F72B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15" y="20393143"/>
            <a:ext cx="8888065" cy="300079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3F667DC-2702-4A9F-FB73-D05FB61DB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3601" y="16460454"/>
            <a:ext cx="11432941" cy="352650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58B180AD-018D-55A1-D10A-7040C42BA011}"/>
              </a:ext>
            </a:extLst>
          </p:cNvPr>
          <p:cNvSpPr txBox="1"/>
          <p:nvPr/>
        </p:nvSpPr>
        <p:spPr>
          <a:xfrm>
            <a:off x="9381438" y="20066322"/>
            <a:ext cx="117515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Evaluated on 62 LHPR-VLN [1] tasks in HM3D [3], our system achieved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42.41% ISR, 29.48% CSR, and 71.43% OSR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 a strict single-view setting. Ablation results confirmed that the scene graph, memory, frontier scoring, and safety filter each contribute to the final performance.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83145C-5DBD-A922-277B-0B3EA3320E85}"/>
              </a:ext>
            </a:extLst>
          </p:cNvPr>
          <p:cNvSpPr txBox="1"/>
          <p:nvPr/>
        </p:nvSpPr>
        <p:spPr>
          <a:xfrm>
            <a:off x="332057" y="23246552"/>
            <a:ext cx="5472608" cy="98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5E3AE8-C09C-B4AB-443A-B063125DB9E1}"/>
              </a:ext>
            </a:extLst>
          </p:cNvPr>
          <p:cNvSpPr txBox="1"/>
          <p:nvPr/>
        </p:nvSpPr>
        <p:spPr>
          <a:xfrm>
            <a:off x="347515" y="24236182"/>
            <a:ext cx="107763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work presents a dual-channel memory framework for zero-shot LH-VLN that combines 3D spatial grounding with experiential reasoning. By integrating a hierarchical 3D scene graph, vectorized memory, frontier-guided exploration, and safety-aware execution, the system improves sequential navigation consistency in complex long-horizon tasks. The results show substantial gains over the baselines, suggesting that explicit spatial structure and reusable memory are both critical for scalable embodied navigation in unseen environments.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EAE7B90-559C-DFE7-E248-941480C23A37}"/>
              </a:ext>
            </a:extLst>
          </p:cNvPr>
          <p:cNvSpPr txBox="1"/>
          <p:nvPr/>
        </p:nvSpPr>
        <p:spPr>
          <a:xfrm>
            <a:off x="9381438" y="21749954"/>
            <a:ext cx="115191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remaining failures are mainly concentrated on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visually ambiguous or instance-rich categories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such as cabinet, painting, shelf, sink, table, box, and book. In particular, repeated furniture-like objects and shelf-mounted targets are difficult under strict point-based evaluation, especially in cluttered indoor scenes.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12891C3-E584-50C5-A374-9BE1378B3E88}"/>
              </a:ext>
            </a:extLst>
          </p:cNvPr>
          <p:cNvSpPr txBox="1"/>
          <p:nvPr/>
        </p:nvSpPr>
        <p:spPr>
          <a:xfrm>
            <a:off x="347514" y="13639915"/>
            <a:ext cx="12601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Third,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VLM Planner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performs semantic reasoning using the current subtask, global instruction, agent state, serialized 3DSG, and retrieved experience context. As illustrated in the planner framework, the planner contains two complementary branches: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Semantic Object Evaluation branch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that directly matches candidate object nodes within the scene graph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Multi-factor Frontier Exploration branch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that actively selects unexplored frontiers when no confident semantic target exists.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both strategies fail, final fallback mechanism triggers a global object-level search before terminating the task.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2D1C797-3225-7C56-082F-580D7A5DA730}"/>
              </a:ext>
            </a:extLst>
          </p:cNvPr>
          <p:cNvSpPr txBox="1"/>
          <p:nvPr/>
        </p:nvSpPr>
        <p:spPr>
          <a:xfrm>
            <a:off x="8100979" y="13239805"/>
            <a:ext cx="1260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</a:t>
            </a:r>
            <a:r>
              <a:rPr lang="en-US" altLang="zh-CN" sz="2000" dirty="0"/>
              <a:t>igure 1. </a:t>
            </a:r>
            <a:r>
              <a:rPr lang="en-US" sz="2000" dirty="0"/>
              <a:t>Overall architecture of the Dual-Channel Memory framework for LH-VLN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89F949F-97B4-085A-13AB-6A3B00FC03C9}"/>
              </a:ext>
            </a:extLst>
          </p:cNvPr>
          <p:cNvSpPr txBox="1"/>
          <p:nvPr/>
        </p:nvSpPr>
        <p:spPr>
          <a:xfrm>
            <a:off x="11274131" y="23246552"/>
            <a:ext cx="5472608" cy="98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68BD9E9-9F6F-634E-0A88-E9E0B644909A}"/>
              </a:ext>
            </a:extLst>
          </p:cNvPr>
          <p:cNvSpPr txBox="1"/>
          <p:nvPr/>
        </p:nvSpPr>
        <p:spPr>
          <a:xfrm>
            <a:off x="11274131" y="24260382"/>
            <a:ext cx="83466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[1]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Xinshuai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Song, Weixing Chen, Yang Liu,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Weikai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Chen,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Guanbin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Li, and Liang Lin, “Towards Long-Horizon Vision-Language Navigation: Platform, Benchmark and Method,”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preprint arXiv:2412.09082, 2024.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[2] Saumya Saxena, Blake Buchanan, Chris Paxton, Peiqi Liu, Bingqing Chen,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Narunas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Vaskevicius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Luigi Palmieri, Jonathan Francis, and Oliver Kroemer, “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GraphEQA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Using 3D Semantic Scene Graphs for Real-Time Embodied Question Answering,”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preprint arXiv:2412.14480, 2024.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[3] K. Yadav et al., “Habitat-Matterport 3D Semantics Dataset,” in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Proc. IEEE/CVF Conference on Computer Vision and Pattern Recognition (CVPR)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2023, pp. 4927–4936.</a:t>
            </a:r>
          </a:p>
        </p:txBody>
      </p:sp>
    </p:spTree>
    <p:extLst>
      <p:ext uri="{BB962C8B-B14F-4D97-AF65-F5344CB8AC3E}">
        <p14:creationId xmlns:p14="http://schemas.microsoft.com/office/powerpoint/2010/main" val="3622739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759</Words>
  <Application>Microsoft Office PowerPoint</Application>
  <PresentationFormat>自定义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SHIH</dc:creator>
  <cp:lastModifiedBy>Zibo ZHENG (20515130)</cp:lastModifiedBy>
  <cp:revision>30</cp:revision>
  <dcterms:created xsi:type="dcterms:W3CDTF">2014-10-23T02:00:05Z</dcterms:created>
  <dcterms:modified xsi:type="dcterms:W3CDTF">2026-05-28T18:39:21Z</dcterms:modified>
</cp:coreProperties>
</file>